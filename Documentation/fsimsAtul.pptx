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57" r:id="rId4"/>
    <p:sldId id="259" r:id="rId5"/>
    <p:sldId id="260" r:id="rId6"/>
    <p:sldId id="275" r:id="rId7"/>
    <p:sldId id="261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4" autoAdjust="0"/>
    <p:restoredTop sz="94674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outlineViewPr>
    <p:cViewPr>
      <p:scale>
        <a:sx n="33" d="100"/>
        <a:sy n="33" d="100"/>
      </p:scale>
      <p:origin x="0" y="-27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86"/>
    </p:cViewPr>
  </p:sorterViewPr>
  <p:notesViewPr>
    <p:cSldViewPr snapToGrid="0">
      <p:cViewPr varScale="1">
        <p:scale>
          <a:sx n="59" d="100"/>
          <a:sy n="59" d="100"/>
        </p:scale>
        <p:origin x="17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01:44:02.8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92 159 24575,'0'-3'0,"-3"-1"0,-1-3 0,0-3 0,-2 0 0,0-2 0,-2 2 0,-3 0 0,-2 1 0,0-1 0,4-1 0,2-3 0,3-1 0,2-1 0,1-2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24312-5387-477D-8573-788562813CB1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DBE12-961C-4D07-B4CA-3501BCB81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57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706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761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08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538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609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655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789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289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DBE12-961C-4D07-B4CA-3501BCB8110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28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36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300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65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8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8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2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4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3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1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19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15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7582B4-48C8-4FEC-9882-9F9A88666A9D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16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5.png"/><Relationship Id="rId10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Footwear Shop</a:t>
            </a:r>
            <a:br>
              <a:rPr lang="en-IN" dirty="0"/>
            </a:br>
            <a:r>
              <a:rPr lang="en-IN" dirty="0"/>
              <a:t>Inventory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</a:t>
            </a:r>
            <a:r>
              <a:rPr lang="en-IN" dirty="0" err="1"/>
              <a:t>verma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10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 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 “Footwear Shop Inventory Management System” app is a software application that helps a footwear shop owner to manage inventory and create bills (for customers). This application also gives report such as monthly profit and soled product count etc.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18605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Requirements: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This software only works on windows pc with  windows version 10 and above.</a:t>
            </a:r>
            <a:endParaRPr lang="en-IN" sz="2800" dirty="0"/>
          </a:p>
          <a:p>
            <a:r>
              <a:rPr lang="en-US" sz="2800" dirty="0"/>
              <a:t>(Tested on windows 10 and 11)</a:t>
            </a:r>
            <a:endParaRPr lang="en-IN" sz="2800" dirty="0"/>
          </a:p>
          <a:p>
            <a:pPr lvl="0"/>
            <a:r>
              <a:rPr lang="en-US" sz="2800" dirty="0"/>
              <a:t>For this app to work  Oracle database 10g XE and Microsoft Dot Net Core 6 (long term support) must be installed in the system.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08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 Requirements: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endParaRPr lang="en-IN" dirty="0"/>
          </a:p>
          <a:p>
            <a:r>
              <a:rPr lang="en-US" sz="3200" dirty="0"/>
              <a:t> </a:t>
            </a:r>
            <a:endParaRPr lang="en-IN" sz="3200" dirty="0"/>
          </a:p>
          <a:p>
            <a:pPr lvl="0"/>
            <a:r>
              <a:rPr lang="en-US" sz="3200" dirty="0"/>
              <a:t>At least 15Mb of secondary storage is required. (Oracle Database and Dot Net 6 take storage separately.)</a:t>
            </a:r>
            <a:endParaRPr lang="en-IN" sz="3200" dirty="0"/>
          </a:p>
          <a:p>
            <a:pPr lvl="0"/>
            <a:r>
              <a:rPr lang="en-US" sz="3200" dirty="0"/>
              <a:t>At least 15Mb of free RAM is required for. (Oracle Database and Dot Net 6 take RAM separately.)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25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5028310" y="227875"/>
            <a:ext cx="2943915" cy="541383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/>
              <a:t>E-R Diagram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04257-5CF3-48B0-8D12-D6A6E3D669B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1" y="2050295"/>
            <a:ext cx="10895116" cy="22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8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97280" y="286603"/>
            <a:ext cx="10058400" cy="569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Flow Diagram: Level 0 </a:t>
            </a:r>
            <a:br>
              <a:rPr lang="en-IN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80B791-79AD-4CA6-B5E2-9E5510F91FF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58780" y="1304144"/>
            <a:ext cx="9296900" cy="453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0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97280" y="286603"/>
            <a:ext cx="10058400" cy="569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Flow Diagram: Level 1 </a:t>
            </a:r>
            <a:br>
              <a:rPr lang="en-IN" dirty="0"/>
            </a:b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0DCB3-CAD8-48E1-94E4-1FC42AB56B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17887" y="907144"/>
            <a:ext cx="8665365" cy="5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4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Graphical User Interface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724402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FDCC95-905E-4297-BB72-EEC14BFB2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952" y="1124247"/>
            <a:ext cx="7932096" cy="52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1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3A79EF-C5F3-4E69-B713-3D2AD9DC05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2006" y="811369"/>
            <a:ext cx="8922912" cy="537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1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224ACF-3552-4616-B789-A902B389D7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70176" y="828382"/>
            <a:ext cx="8051648" cy="520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77138F-8384-4FB8-A25E-7EAC9A536A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71832" y="634287"/>
            <a:ext cx="6848686" cy="558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5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093BB6-3190-46DC-8096-7A3BBC0D06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64572" y="193184"/>
            <a:ext cx="9062856" cy="566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3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A2F59A-6766-4B10-AC8A-E160A2DC95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54266" y="679416"/>
            <a:ext cx="8283468" cy="549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3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122BA9-C8C9-408F-9789-F9BF0867B2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0386" y="924115"/>
            <a:ext cx="8579682" cy="50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19C495-D726-42A7-AF04-F8207EA6F4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05323" y="515155"/>
            <a:ext cx="7659894" cy="568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30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88386B-E634-4864-B600-FA0192EAF3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28508" y="782447"/>
            <a:ext cx="8334983" cy="52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8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A3F87D-3241-4299-997D-290CC2813E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7051" y="569946"/>
            <a:ext cx="9236504" cy="57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3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5AD6E14-0F47-4D82-9D2E-481E65D68223}"/>
                  </a:ext>
                </a:extLst>
              </p14:cNvPr>
              <p14:cNvContentPartPr/>
              <p14:nvPr/>
            </p14:nvContentPartPr>
            <p14:xfrm>
              <a:off x="6361390" y="3263960"/>
              <a:ext cx="33120" cy="57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5AD6E14-0F47-4D82-9D2E-481E65D6822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98750" y="3200960"/>
                <a:ext cx="158760" cy="1828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3D01631-C1F7-4FF9-8BD8-347B74D4F5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3067" y="747392"/>
            <a:ext cx="7640116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5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217C91-D35B-4419-97FB-5CF9137EC4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64491" y="540914"/>
            <a:ext cx="8863017" cy="555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5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11CC63-AF7D-44C6-B69E-25E14E2462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16599" y="412125"/>
            <a:ext cx="8747107" cy="555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15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3480" y="2432903"/>
            <a:ext cx="3970020" cy="1450757"/>
          </a:xfrm>
        </p:spPr>
        <p:txBody>
          <a:bodyPr>
            <a:norm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2705145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CE7366-2B7E-4AC9-A407-785C55F548D7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</TotalTime>
  <Words>186</Words>
  <Application>Microsoft Office PowerPoint</Application>
  <PresentationFormat>Widescreen</PresentationFormat>
  <Paragraphs>28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Calibri</vt:lpstr>
      <vt:lpstr>Calibri Light</vt:lpstr>
      <vt:lpstr>Retrospect</vt:lpstr>
      <vt:lpstr>Footwear Shop Inventory Management System</vt:lpstr>
      <vt:lpstr>1 Introduction </vt:lpstr>
      <vt:lpstr>Software Requirements:  </vt:lpstr>
      <vt:lpstr>Hardware Requirements: </vt:lpstr>
      <vt:lpstr>PowerPoint Presentation</vt:lpstr>
      <vt:lpstr>PowerPoint Presentation</vt:lpstr>
      <vt:lpstr>PowerPoint Presentation</vt:lpstr>
      <vt:lpstr>Graphical User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Footwear Shop Inventory Management System</dc:title>
  <dc:creator>Atul</dc:creator>
  <cp:lastModifiedBy>Atul Verma</cp:lastModifiedBy>
  <cp:revision>13</cp:revision>
  <dcterms:created xsi:type="dcterms:W3CDTF">2024-01-29T04:38:57Z</dcterms:created>
  <dcterms:modified xsi:type="dcterms:W3CDTF">2024-02-13T01:48:14Z</dcterms:modified>
</cp:coreProperties>
</file>