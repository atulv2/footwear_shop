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0" r:id="rId6"/>
    <p:sldId id="275" r:id="rId7"/>
    <p:sldId id="261" r:id="rId8"/>
    <p:sldId id="276" r:id="rId9"/>
    <p:sldId id="2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55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36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300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65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0281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784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182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5541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934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8019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198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1593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7582B4-48C8-4FEC-9882-9F9A88666A9D}" type="datetimeFigureOut">
              <a:rPr lang="en-IN" smtClean="0"/>
              <a:t>07-02-2024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A98C58E-5A92-49B2-878C-48356FD6D48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165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Footwear Shop</a:t>
            </a:r>
            <a:br>
              <a:rPr lang="en-IN" dirty="0"/>
            </a:br>
            <a:r>
              <a:rPr lang="en-IN" dirty="0"/>
              <a:t>Inventory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Atul </a:t>
            </a:r>
            <a:r>
              <a:rPr lang="en-IN" dirty="0" err="1"/>
              <a:t>verma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2103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1 Introduction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 “Footwear Shop Inventory Management System” app is a software application that helps a footwear shop owner to manage inventory and create bills (for customers). This application also gives report such as monthly profit and soled product count etc.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2186055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Software Requirements: 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z="2800" dirty="0"/>
              <a:t>This software only works on windows pc with  windows version 10 and above.</a:t>
            </a:r>
            <a:endParaRPr lang="en-IN" sz="2800" dirty="0"/>
          </a:p>
          <a:p>
            <a:r>
              <a:rPr lang="en-US" sz="2800" dirty="0"/>
              <a:t>(Tested on windows 10 and 11)</a:t>
            </a:r>
            <a:endParaRPr lang="en-IN" sz="2800" dirty="0"/>
          </a:p>
          <a:p>
            <a:pPr lvl="0"/>
            <a:r>
              <a:rPr lang="en-US" sz="2800" dirty="0"/>
              <a:t>For this app to work  Oracle database 10g XE and Microsoft Dot Net Core 6 (long term support) must be installed in the system.</a:t>
            </a:r>
            <a:endParaRPr lang="en-IN" sz="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608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Hardware Requirements: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</a:t>
            </a:r>
            <a:endParaRPr lang="en-IN" dirty="0"/>
          </a:p>
          <a:p>
            <a:r>
              <a:rPr lang="en-US" sz="3200" dirty="0"/>
              <a:t> </a:t>
            </a:r>
            <a:endParaRPr lang="en-IN" sz="3200" dirty="0"/>
          </a:p>
          <a:p>
            <a:pPr lvl="0"/>
            <a:r>
              <a:rPr lang="en-US" sz="3200" dirty="0"/>
              <a:t>At least 15Mb of secondary storage is required. (Oracle Database and Dot Net 6 take storage separately.)</a:t>
            </a:r>
            <a:endParaRPr lang="en-IN" sz="3200" dirty="0"/>
          </a:p>
          <a:p>
            <a:pPr lvl="0"/>
            <a:r>
              <a:rPr lang="en-US" sz="3200" dirty="0"/>
              <a:t>At least 15Mb of free RAM is required for. (Oracle Database and Dot Net 6 take RAM separately.)</a:t>
            </a:r>
            <a:endParaRPr lang="en-IN" sz="3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72595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 txBox="1">
            <a:spLocks/>
          </p:cNvSpPr>
          <p:nvPr/>
        </p:nvSpPr>
        <p:spPr>
          <a:xfrm>
            <a:off x="5028310" y="227875"/>
            <a:ext cx="2943915" cy="541383"/>
          </a:xfrm>
          <a:prstGeom prst="rect">
            <a:avLst/>
          </a:prstGeom>
        </p:spPr>
        <p:txBody>
          <a:bodyPr/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4000" dirty="0"/>
              <a:t>E-R Diagram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7982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>
          <a:xfrm>
            <a:off x="1097280" y="286603"/>
            <a:ext cx="10058400" cy="569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Flow Diagram: Level 0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68089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1097280" y="286603"/>
            <a:ext cx="10058400" cy="5694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Data Flow Diagram: Level 1 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1140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Graphical User Interface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Images</a:t>
            </a:r>
          </a:p>
        </p:txBody>
      </p:sp>
    </p:spTree>
    <p:extLst>
      <p:ext uri="{BB962C8B-B14F-4D97-AF65-F5344CB8AC3E}">
        <p14:creationId xmlns:p14="http://schemas.microsoft.com/office/powerpoint/2010/main" val="724402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3480" y="2432903"/>
            <a:ext cx="3970020" cy="1450757"/>
          </a:xfrm>
        </p:spPr>
        <p:txBody>
          <a:bodyPr>
            <a:normAutofit/>
          </a:bodyPr>
          <a:lstStyle/>
          <a:p>
            <a:r>
              <a:rPr lang="en-IN" sz="6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927051450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</TotalTime>
  <Words>177</Words>
  <Application>Microsoft Office PowerPoint</Application>
  <PresentationFormat>Widescreen</PresentationFormat>
  <Paragraphs>19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Calibri Light</vt:lpstr>
      <vt:lpstr>Retrospect</vt:lpstr>
      <vt:lpstr>Footwear Shop Inventory Management System</vt:lpstr>
      <vt:lpstr>1 Introduction </vt:lpstr>
      <vt:lpstr>Software Requirements:  </vt:lpstr>
      <vt:lpstr>Hardware Requirements: </vt:lpstr>
      <vt:lpstr>PowerPoint Presentation</vt:lpstr>
      <vt:lpstr>PowerPoint Presentation</vt:lpstr>
      <vt:lpstr>PowerPoint Presentation</vt:lpstr>
      <vt:lpstr>Graphical User Interface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Footwear Shop Inventory Management System</dc:title>
  <dc:creator>Atul</dc:creator>
  <cp:lastModifiedBy>Atul Verma</cp:lastModifiedBy>
  <cp:revision>9</cp:revision>
  <dcterms:created xsi:type="dcterms:W3CDTF">2024-01-29T04:38:57Z</dcterms:created>
  <dcterms:modified xsi:type="dcterms:W3CDTF">2024-02-07T09:35:15Z</dcterms:modified>
</cp:coreProperties>
</file>